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de la plateforme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2011680"/>
            <a:ext cx="1645920" cy="7315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Client mobile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77440" y="2011680"/>
            <a:ext cx="1645920" cy="7315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Passerelle API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1188720"/>
            <a:ext cx="1645920" cy="7315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Service Paiement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2926080"/>
            <a:ext cx="1645920" cy="7315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Service Catalogue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2011680"/>
            <a:ext cx="1645920" cy="7315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Base de données</a:t>
            </a:r>
          </a:p>
        </p:txBody>
      </p:sp>
      <p:cxnSp>
        <p:nvCxnSpPr>
          <p:cNvPr id="8" name="Connector 7"/>
          <p:cNvCxnSpPr>
            <a:stCxn id="3" idx="3"/>
            <a:endCxn id="4" idx="1"/>
          </p:cNvCxnSpPr>
          <p:nvPr/>
        </p:nvCxnSpPr>
        <p:spPr>
          <a:xfrm flipV="1">
            <a:off x="2011680" y="2377440"/>
            <a:ext cx="36576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stCxn id="4" idx="3"/>
            <a:endCxn id="5" idx="1"/>
          </p:cNvCxnSpPr>
          <p:nvPr/>
        </p:nvCxnSpPr>
        <p:spPr>
          <a:xfrm flipV="1">
            <a:off x="4023360" y="1554480"/>
            <a:ext cx="548640" cy="8229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4" idx="3"/>
            <a:endCxn id="6" idx="1"/>
          </p:cNvCxnSpPr>
          <p:nvPr/>
        </p:nvCxnSpPr>
        <p:spPr>
          <a:xfrm>
            <a:off x="4023360" y="2377440"/>
            <a:ext cx="548640" cy="914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3"/>
            <a:endCxn id="7" idx="1"/>
          </p:cNvCxnSpPr>
          <p:nvPr/>
        </p:nvCxnSpPr>
        <p:spPr>
          <a:xfrm>
            <a:off x="6217920" y="1554480"/>
            <a:ext cx="548640" cy="8229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6" idx="3"/>
            <a:endCxn id="7" idx="1"/>
          </p:cNvCxnSpPr>
          <p:nvPr/>
        </p:nvCxnSpPr>
        <p:spPr>
          <a:xfrm flipV="1">
            <a:off x="6217920" y="2377440"/>
            <a:ext cx="548640" cy="914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49377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Flux chiffrés de bout en bout (TLS 1.3)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Plan de déploiement</a:t>
            </a:r>
          </a:p>
        </p:txBody>
      </p:sp>
      <p:sp>
        <p:nvSpPr>
          <p:cNvPr id="3" name="Chevron 2"/>
          <p:cNvSpPr/>
          <p:nvPr/>
        </p:nvSpPr>
        <p:spPr>
          <a:xfrm>
            <a:off x="457200" y="1828800"/>
            <a:ext cx="2560320" cy="914400"/>
          </a:xfrm>
          <a:prstGeom prst="chevr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Phase 1 : pilote</a:t>
            </a:r>
          </a:p>
        </p:txBody>
      </p:sp>
      <p:sp>
        <p:nvSpPr>
          <p:cNvPr id="4" name="Chevron 3"/>
          <p:cNvSpPr/>
          <p:nvPr/>
        </p:nvSpPr>
        <p:spPr>
          <a:xfrm>
            <a:off x="3200400" y="1828800"/>
            <a:ext cx="2560320" cy="914400"/>
          </a:xfrm>
          <a:prstGeom prst="chevr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Phase 2 : extension</a:t>
            </a:r>
          </a:p>
        </p:txBody>
      </p:sp>
      <p:sp>
        <p:nvSpPr>
          <p:cNvPr id="5" name="Chevron 4"/>
          <p:cNvSpPr/>
          <p:nvPr/>
        </p:nvSpPr>
        <p:spPr>
          <a:xfrm>
            <a:off x="5943600" y="1828800"/>
            <a:ext cx="2560320" cy="914400"/>
          </a:xfrm>
          <a:prstGeom prst="chevr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Phase 3 : généralisation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