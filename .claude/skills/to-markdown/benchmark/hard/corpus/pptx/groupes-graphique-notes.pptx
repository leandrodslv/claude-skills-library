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Ventes par trimestre (k€)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Ventes France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135</c:v>
                </c:pt>
                <c:pt idx="2">
                  <c:v>150</c:v>
                </c:pt>
                <c:pt idx="3">
                  <c:v>170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Ventes Export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80</c:v>
                </c:pt>
                <c:pt idx="1">
                  <c:v>95</c:v>
                </c:pt>
                <c:pt idx="2">
                  <c:v>110</c:v>
                </c:pt>
                <c:pt idx="3">
                  <c:v>130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de l'orateur : insister sur la progression de l'export au T4.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Résultats trimestriels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572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Équipes et responsabilités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57200" y="1463040"/>
            <a:ext cx="3657600" cy="1737360"/>
            <a:chOff x="457200" y="1463040"/>
            <a:chExt cx="3657600" cy="1737360"/>
          </a:xfrm>
        </p:grpSpPr>
        <p:sp>
          <p:nvSpPr>
            <p:cNvPr id="4" name="TextBox 3"/>
            <p:cNvSpPr txBox="1"/>
            <p:nvPr/>
          </p:nvSpPr>
          <p:spPr>
            <a:xfrm>
              <a:off x="457200" y="1463040"/>
              <a:ext cx="36576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Pôle Produit : Anaïs Moreau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57200" y="2103120"/>
              <a:ext cx="36576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Pôle Technique : Karim Benali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57200" y="2743200"/>
              <a:ext cx="36576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Pôle Ventes : Sofia Rossi</a:t>
              </a:r>
            </a:p>
          </p:txBody>
        </p:sp>
      </p:grp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0" y="1463040"/>
          <a:ext cx="4114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548640">
                <a:tc gridSpan="3">
                  <a:txBody>
                    <a:bodyPr/>
                    <a:lstStyle/>
                    <a:p>
                      <a:r>
                        <a:t>Budget par pôle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Pôle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Effectif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Produit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420 k€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Annexe masquée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Hypothèses internes à ne pas diffuser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